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500000"/>
            <a:ext cx="20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3D2914"/>
                </a:solidFill>
                <a:latin typeface="Georgia"/>
              </a:rPr>
              <a:t>Ivan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1400000"/>
            <a:ext cx="9300000" cy="2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3D2914"/>
                </a:solidFill>
                <a:latin typeface="Arial"/>
              </a:rPr>
              <a:t>Bakit importante ang FDA notified products?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0000" y="2500000"/>
            <a:ext cx="42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Arial"/>
              </a:rPr>
              <a:t>FDA notified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00000" y="3600000"/>
            <a:ext cx="9000000" cy="3200000"/>
          </a:xfrm>
          <a:prstGeom prst="rect">
            <a:avLst/>
          </a:prstGeom>
          <a:solidFill>
            <a:srgbClr val="E8DFD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0000" y="3600000"/>
            <a:ext cx="9000000" cy="3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3D2914"/>
                </a:solidFill>
                <a:latin typeface="Arial"/>
              </a:rPr>
              <a:t>Replace: 4–5 Ivan Test bottles
(same backdrop + lighting)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7200000"/>
            <a:ext cx="8800000" cy="1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>
                <a:solidFill>
                  <a:srgbClr val="3D2914"/>
                </a:solidFill>
                <a:latin typeface="Arial"/>
              </a:rPr>
              <a:t>Maingat na formula • Salon-trusted • Ivan Test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