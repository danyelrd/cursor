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E8DFD0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0287000" cy="10287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3D2914"/>
                </a:solidFill>
                <a:latin typeface="Arial"/>
              </a:rPr>
              <a:t>Replace:
Salon photo
(stylist + client)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00000"/>
            <a:ext cx="10287000" cy="4067000"/>
          </a:xfrm>
          <a:prstGeom prst="rect">
            <a:avLst/>
          </a:prstGeom>
          <a:solidFill>
            <a:srgbClr val="3D2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6600000"/>
            <a:ext cx="9000000" cy="2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Georgia"/>
              </a:rPr>
              <a:t>Many salon owners recommend Ivan Test for their clients.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000" y="8800000"/>
            <a:ext cx="7600000" cy="1100000"/>
          </a:xfrm>
          <a:prstGeom prst="rect">
            <a:avLst/>
          </a:prstGeom>
          <a:solidFill>
            <a:srgbClr val="E8DFD0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000" y="8800000"/>
            <a:ext cx="760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3D2914"/>
                </a:solidFill>
                <a:latin typeface="Arial"/>
              </a:rPr>
              <a:t>Replace: small Ivan Test product strip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