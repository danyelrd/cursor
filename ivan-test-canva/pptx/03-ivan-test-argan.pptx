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E8DF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0000" y="400000"/>
            <a:ext cx="9400000" cy="11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C9A227"/>
                </a:solidFill>
                <a:latin typeface="Georgia"/>
              </a:rPr>
              <a:t>Ivan Test Argan Oil</a:t>
            </a:r>
          </a:p>
        </p:txBody>
      </p:sp>
      <p:sp>
        <p:nvSpPr>
          <p:cNvPr id="4" name="Rectangle 3"/>
          <p:cNvSpPr/>
          <p:nvPr/>
        </p:nvSpPr>
        <p:spPr>
          <a:xfrm>
            <a:off x="200000" y="1800000"/>
            <a:ext cx="5000000" cy="6200000"/>
          </a:xfrm>
          <a:prstGeom prst="rect">
            <a:avLst/>
          </a:prstGeom>
          <a:solidFill>
            <a:srgbClr val="E8DFD0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0000" y="1800000"/>
            <a:ext cx="5000000" cy="6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3D2914"/>
                </a:solidFill>
                <a:latin typeface="Arial"/>
              </a:rPr>
              <a:t>Replace:
Model photo
(glossy hair)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0" y="2800000"/>
            <a:ext cx="4600000" cy="5200000"/>
          </a:xfrm>
          <a:prstGeom prst="rect">
            <a:avLst/>
          </a:prstGeom>
          <a:solidFill>
            <a:srgbClr val="E8DFD0"/>
          </a:solidFill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0" y="2800000"/>
            <a:ext cx="4600000" cy="52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3D2914"/>
                </a:solidFill>
                <a:latin typeface="Arial"/>
              </a:rPr>
              <a:t>Replace:
Ivan Test bottle
+ soft shadow</a:t>
            </a:r>
          </a:p>
        </p:txBody>
      </p:sp>
      <p:sp>
        <p:nvSpPr>
          <p:cNvPr id="8" name="Rectangle 7"/>
          <p:cNvSpPr/>
          <p:nvPr/>
        </p:nvSpPr>
        <p:spPr>
          <a:xfrm>
            <a:off x="5200000" y="1900000"/>
            <a:ext cx="4200000" cy="700000"/>
          </a:xfrm>
          <a:prstGeom prst="rect">
            <a:avLst/>
          </a:prstGeom>
          <a:solidFill>
            <a:srgbClr val="F5F0E8"/>
          </a:solidFill>
          <a:ln w="127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0000" y="1950000"/>
            <a:ext cx="40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D2914"/>
                </a:solidFill>
                <a:latin typeface="Arial"/>
              </a:rPr>
              <a:t>shine and smoothness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000" y="8200000"/>
            <a:ext cx="9200000" cy="8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>
                <a:solidFill>
                  <a:srgbClr val="3D2914"/>
                </a:solidFill>
                <a:latin typeface="Arial"/>
              </a:rPr>
              <a:t>Keratin + Argan blend for salon-smooth finish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