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350000"/>
            <a:ext cx="95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Georgia"/>
              </a:rPr>
              <a:t>IVAN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950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C9A227"/>
                </a:solidFill>
                <a:latin typeface="Georgia"/>
              </a:rPr>
              <a:t>CYSTEINE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0000" y="2600000"/>
            <a:ext cx="4200000" cy="4200000"/>
          </a:xfrm>
          <a:prstGeom prst="rect">
            <a:avLst/>
          </a:prstGeom>
          <a:solidFill>
            <a:srgbClr val="E8DFD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2600000"/>
            <a:ext cx="4200000" cy="4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3D2914"/>
                </a:solidFill>
                <a:latin typeface="Arial"/>
              </a:rPr>
              <a:t>Replace:
Hair strand macro
+ gold droplets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0" y="3000000"/>
            <a:ext cx="3200000" cy="5200000"/>
          </a:xfrm>
          <a:prstGeom prst="rect">
            <a:avLst/>
          </a:prstGeom>
          <a:solidFill>
            <a:srgbClr val="E8DFD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00000" y="3000000"/>
            <a:ext cx="3200000" cy="5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3D2914"/>
                </a:solidFill>
                <a:latin typeface="Arial"/>
              </a:rPr>
              <a:t>Replace:
Ivan Test
product bottle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7200000"/>
            <a:ext cx="880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3D2914"/>
                </a:solidFill>
                <a:latin typeface="Arial"/>
              </a:rPr>
              <a:t>Penetrates deep into hair fibers for better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